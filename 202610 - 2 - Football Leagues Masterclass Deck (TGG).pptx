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a26408b-9b12-5619-b6b0-df98b59de47f}">
          <p14:sldIdLst>
            <p14:sldId id="256"/>
            <p14:sldId id="257"/>
            <p14:sldId id="258"/>
          </p14:sldIdLst>
        </p14:section>
        <p14:section name="01 The idea" id="{b45259b5-ce6e-3066-91bb-d5ed33aecbce}">
          <p14:sldIdLst>
            <p14:sldId id="259"/>
          </p14:sldIdLst>
        </p14:section>
        <p14:section name="02 Building the model" id="{da6122ce-bc04-4023-8341-f3facb077c1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6a6aa4a0-7803-db60-6edc-7515afffcf1a}">
          <p14:sldIdLst>
            <p14:sldId id="268"/>
            <p14:sldId id="269"/>
            <p14:sldId id="270"/>
            <p14:sldId id="271"/>
            <p14:sldId id="272"/>
          </p14:sldIdLst>
        </p14:section>
        <p14:section name="04 Does it work?" id="{6c54965c-1cb2-8fd5-4f86-116e46c9071f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Q&amp;A" id="{d3a05591-d1e7-89c9-6675-1b94acb54f14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production pipeline output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100</c:v>
                </c:pt>
                <c:pt idx="7">
                  <c:v>0</c:v>
                </c:pt>
                <c:pt idx="8">
                  <c:v>0</c:v>
                </c:pt>
                <c:pt idx="9">
                  <c:v>100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100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100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Sheet1!$C$2:$C$58</c:f>
              <c:numCache>
                <c:formatCode>General</c:formatCode>
                <c:ptCount val="57"/>
                <c:pt idx="0">
                  <c:v>29.9</c:v>
                </c:pt>
                <c:pt idx="1">
                  <c:v>31.6</c:v>
                </c:pt>
                <c:pt idx="2">
                  <c:v>31.3</c:v>
                </c:pt>
                <c:pt idx="3">
                  <c:v>30.6</c:v>
                </c:pt>
                <c:pt idx="4">
                  <c:v>31</c:v>
                </c:pt>
                <c:pt idx="5">
                  <c:v>32.7</c:v>
                </c:pt>
                <c:pt idx="6">
                  <c:v>42.5</c:v>
                </c:pt>
                <c:pt idx="7">
                  <c:v>41.8</c:v>
                </c:pt>
                <c:pt idx="8">
                  <c:v>38.9</c:v>
                </c:pt>
                <c:pt idx="9">
                  <c:v>41</c:v>
                </c:pt>
                <c:pt idx="10">
                  <c:v>43</c:v>
                </c:pt>
                <c:pt idx="11">
                  <c:v>41.9</c:v>
                </c:pt>
                <c:pt idx="12">
                  <c:v>41.4</c:v>
                </c:pt>
                <c:pt idx="13">
                  <c:v>47.3</c:v>
                </c:pt>
                <c:pt idx="14">
                  <c:v>43.2</c:v>
                </c:pt>
                <c:pt idx="15">
                  <c:v>43.3</c:v>
                </c:pt>
                <c:pt idx="16">
                  <c:v>43.5</c:v>
                </c:pt>
                <c:pt idx="17">
                  <c:v>42.6</c:v>
                </c:pt>
                <c:pt idx="18">
                  <c:v>43.7</c:v>
                </c:pt>
                <c:pt idx="19">
                  <c:v>42.6</c:v>
                </c:pt>
                <c:pt idx="20">
                  <c:v>33.2</c:v>
                </c:pt>
                <c:pt idx="21">
                  <c:v>40.4</c:v>
                </c:pt>
                <c:pt idx="22">
                  <c:v>42.2</c:v>
                </c:pt>
                <c:pt idx="23">
                  <c:v>40.6</c:v>
                </c:pt>
                <c:pt idx="24">
                  <c:v>40.2</c:v>
                </c:pt>
                <c:pt idx="25">
                  <c:v>40.4</c:v>
                </c:pt>
                <c:pt idx="26">
                  <c:v>40.6</c:v>
                </c:pt>
                <c:pt idx="27">
                  <c:v>51.7</c:v>
                </c:pt>
                <c:pt idx="28">
                  <c:v>58.4</c:v>
                </c:pt>
                <c:pt idx="29">
                  <c:v>56.8</c:v>
                </c:pt>
                <c:pt idx="30">
                  <c:v>56.3</c:v>
                </c:pt>
                <c:pt idx="31">
                  <c:v>56.6</c:v>
                </c:pt>
                <c:pt idx="32">
                  <c:v>57.1</c:v>
                </c:pt>
                <c:pt idx="33">
                  <c:v>56.2</c:v>
                </c:pt>
                <c:pt idx="34">
                  <c:v>56.4</c:v>
                </c:pt>
                <c:pt idx="35">
                  <c:v>56.5</c:v>
                </c:pt>
                <c:pt idx="36">
                  <c:v>56.6</c:v>
                </c:pt>
                <c:pt idx="37">
                  <c:v>57.3</c:v>
                </c:pt>
                <c:pt idx="38">
                  <c:v>56.9</c:v>
                </c:pt>
                <c:pt idx="39">
                  <c:v>56.4</c:v>
                </c:pt>
                <c:pt idx="40">
                  <c:v>58.6</c:v>
                </c:pt>
                <c:pt idx="41">
                  <c:v>58.5</c:v>
                </c:pt>
                <c:pt idx="42">
                  <c:v>56.2</c:v>
                </c:pt>
                <c:pt idx="43">
                  <c:v>54.8</c:v>
                </c:pt>
                <c:pt idx="44">
                  <c:v>56.3</c:v>
                </c:pt>
                <c:pt idx="45">
                  <c:v>59.1</c:v>
                </c:pt>
                <c:pt idx="46">
                  <c:v>57.9</c:v>
                </c:pt>
                <c:pt idx="47">
                  <c:v>58.4</c:v>
                </c:pt>
                <c:pt idx="48">
                  <c:v>53.2</c:v>
                </c:pt>
                <c:pt idx="49">
                  <c:v>64.6</c:v>
                </c:pt>
                <c:pt idx="50">
                  <c:v>64.3</c:v>
                </c:pt>
                <c:pt idx="51">
                  <c:v>64</c:v>
                </c:pt>
                <c:pt idx="52">
                  <c:v>63.7</c:v>
                </c:pt>
                <c:pt idx="53">
                  <c:v>64.2</c:v>
                </c:pt>
                <c:pt idx="54">
                  <c:v>63.6</c:v>
                </c:pt>
                <c:pt idx="55">
                  <c:v>66.6</c:v>
                </c:pt>
                <c:pt idx="56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Sheet1!$D$2:$D$58</c:f>
              <c:numCache>
                <c:formatCode>General</c:formatCode>
                <c:ptCount val="57"/>
                <c:pt idx="0">
                  <c:v>67.4</c:v>
                </c:pt>
                <c:pt idx="1">
                  <c:v>65.7</c:v>
                </c:pt>
                <c:pt idx="2">
                  <c:v>65.9</c:v>
                </c:pt>
                <c:pt idx="3">
                  <c:v>66.3</c:v>
                </c:pt>
                <c:pt idx="4">
                  <c:v>66.2</c:v>
                </c:pt>
                <c:pt idx="5">
                  <c:v>64.2</c:v>
                </c:pt>
                <c:pt idx="6">
                  <c:v>55.1</c:v>
                </c:pt>
                <c:pt idx="7">
                  <c:v>56.4</c:v>
                </c:pt>
                <c:pt idx="8">
                  <c:v>59.8</c:v>
                </c:pt>
                <c:pt idx="9">
                  <c:v>43.7</c:v>
                </c:pt>
                <c:pt idx="10">
                  <c:v>45.5</c:v>
                </c:pt>
                <c:pt idx="11">
                  <c:v>45.9</c:v>
                </c:pt>
                <c:pt idx="12">
                  <c:v>45.1</c:v>
                </c:pt>
                <c:pt idx="13">
                  <c:v>42</c:v>
                </c:pt>
                <c:pt idx="14">
                  <c:v>48.3</c:v>
                </c:pt>
                <c:pt idx="15">
                  <c:v>47.9</c:v>
                </c:pt>
                <c:pt idx="16">
                  <c:v>48.3</c:v>
                </c:pt>
                <c:pt idx="17">
                  <c:v>48.9</c:v>
                </c:pt>
                <c:pt idx="18">
                  <c:v>48.5</c:v>
                </c:pt>
                <c:pt idx="19">
                  <c:v>49.2</c:v>
                </c:pt>
                <c:pt idx="20">
                  <c:v>61.4</c:v>
                </c:pt>
                <c:pt idx="21">
                  <c:v>55.8</c:v>
                </c:pt>
                <c:pt idx="22">
                  <c:v>53.2</c:v>
                </c:pt>
                <c:pt idx="23">
                  <c:v>54.5</c:v>
                </c:pt>
                <c:pt idx="24">
                  <c:v>55.4</c:v>
                </c:pt>
                <c:pt idx="25">
                  <c:v>54.7</c:v>
                </c:pt>
                <c:pt idx="26">
                  <c:v>54.1</c:v>
                </c:pt>
                <c:pt idx="27">
                  <c:v>39.1</c:v>
                </c:pt>
                <c:pt idx="28">
                  <c:v>34.4</c:v>
                </c:pt>
                <c:pt idx="29">
                  <c:v>36.2</c:v>
                </c:pt>
                <c:pt idx="30">
                  <c:v>37</c:v>
                </c:pt>
                <c:pt idx="31">
                  <c:v>37.1</c:v>
                </c:pt>
                <c:pt idx="32">
                  <c:v>36.4</c:v>
                </c:pt>
                <c:pt idx="33">
                  <c:v>36.9</c:v>
                </c:pt>
                <c:pt idx="34">
                  <c:v>36.5</c:v>
                </c:pt>
                <c:pt idx="35">
                  <c:v>36.9</c:v>
                </c:pt>
                <c:pt idx="36">
                  <c:v>36.3</c:v>
                </c:pt>
                <c:pt idx="37">
                  <c:v>36</c:v>
                </c:pt>
                <c:pt idx="38">
                  <c:v>36.7</c:v>
                </c:pt>
                <c:pt idx="39">
                  <c:v>36.8</c:v>
                </c:pt>
                <c:pt idx="40">
                  <c:v>34.3</c:v>
                </c:pt>
                <c:pt idx="41">
                  <c:v>34.3</c:v>
                </c:pt>
                <c:pt idx="42">
                  <c:v>37</c:v>
                </c:pt>
                <c:pt idx="43">
                  <c:v>38</c:v>
                </c:pt>
                <c:pt idx="44">
                  <c:v>36.4</c:v>
                </c:pt>
                <c:pt idx="45">
                  <c:v>33.7</c:v>
                </c:pt>
                <c:pt idx="46">
                  <c:v>34.6</c:v>
                </c:pt>
                <c:pt idx="47">
                  <c:v>34.5</c:v>
                </c:pt>
                <c:pt idx="48">
                  <c:v>39.1</c:v>
                </c:pt>
                <c:pt idx="49">
                  <c:v>31.3</c:v>
                </c:pt>
                <c:pt idx="50">
                  <c:v>31.6</c:v>
                </c:pt>
                <c:pt idx="51">
                  <c:v>31.4</c:v>
                </c:pt>
                <c:pt idx="52">
                  <c:v>32</c:v>
                </c:pt>
                <c:pt idx="53">
                  <c:v>31</c:v>
                </c:pt>
                <c:pt idx="54">
                  <c:v>31.5</c:v>
                </c:pt>
                <c:pt idx="55">
                  <c:v>29</c:v>
                </c:pt>
                <c:pt idx="56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Sheet1!$E$2:$E$58</c:f>
              <c:numCache>
                <c:formatCode>General</c:formatCode>
                <c:ptCount val="57"/>
                <c:pt idx="0">
                  <c:v>0.1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0.6</c:v>
                </c:pt>
                <c:pt idx="5">
                  <c:v>0.4</c:v>
                </c:pt>
                <c:pt idx="6">
                  <c:v>0.3</c:v>
                </c:pt>
                <c:pt idx="7">
                  <c:v>0.1</c:v>
                </c:pt>
                <c:pt idx="8">
                  <c:v>0.1</c:v>
                </c:pt>
                <c:pt idx="9">
                  <c:v>1.2</c:v>
                </c:pt>
                <c:pt idx="10">
                  <c:v>1.3</c:v>
                </c:pt>
                <c:pt idx="11">
                  <c:v>1.5</c:v>
                </c:pt>
                <c:pt idx="12">
                  <c:v>1.4</c:v>
                </c:pt>
                <c:pt idx="13">
                  <c:v>1</c:v>
                </c:pt>
                <c:pt idx="14">
                  <c:v>0.8</c:v>
                </c:pt>
                <c:pt idx="15">
                  <c:v>0.9</c:v>
                </c:pt>
                <c:pt idx="16">
                  <c:v>0.7</c:v>
                </c:pt>
                <c:pt idx="17">
                  <c:v>0.9</c:v>
                </c:pt>
                <c:pt idx="18">
                  <c:v>0.8</c:v>
                </c:pt>
                <c:pt idx="19">
                  <c:v>1</c:v>
                </c:pt>
                <c:pt idx="20">
                  <c:v>0.5</c:v>
                </c:pt>
                <c:pt idx="21">
                  <c:v>1.2</c:v>
                </c:pt>
                <c:pt idx="22">
                  <c:v>1.6</c:v>
                </c:pt>
                <c:pt idx="23">
                  <c:v>1.4</c:v>
                </c:pt>
                <c:pt idx="24">
                  <c:v>1.3</c:v>
                </c:pt>
                <c:pt idx="25">
                  <c:v>1.6</c:v>
                </c:pt>
                <c:pt idx="26">
                  <c:v>1.9</c:v>
                </c:pt>
                <c:pt idx="27">
                  <c:v>4.3</c:v>
                </c:pt>
                <c:pt idx="28">
                  <c:v>3.6</c:v>
                </c:pt>
                <c:pt idx="29">
                  <c:v>3.4</c:v>
                </c:pt>
                <c:pt idx="30">
                  <c:v>3.1</c:v>
                </c:pt>
                <c:pt idx="31">
                  <c:v>2.9</c:v>
                </c:pt>
                <c:pt idx="32">
                  <c:v>3</c:v>
                </c:pt>
                <c:pt idx="33">
                  <c:v>3.4</c:v>
                </c:pt>
                <c:pt idx="34">
                  <c:v>3.5</c:v>
                </c:pt>
                <c:pt idx="35">
                  <c:v>3</c:v>
                </c:pt>
                <c:pt idx="36">
                  <c:v>3.3</c:v>
                </c:pt>
                <c:pt idx="37">
                  <c:v>3.3</c:v>
                </c:pt>
                <c:pt idx="38">
                  <c:v>3</c:v>
                </c:pt>
                <c:pt idx="39">
                  <c:v>3.1</c:v>
                </c:pt>
                <c:pt idx="40">
                  <c:v>3.2</c:v>
                </c:pt>
                <c:pt idx="41">
                  <c:v>3.6</c:v>
                </c:pt>
                <c:pt idx="42">
                  <c:v>3.2</c:v>
                </c:pt>
                <c:pt idx="43">
                  <c:v>3.3</c:v>
                </c:pt>
                <c:pt idx="44">
                  <c:v>3.4</c:v>
                </c:pt>
                <c:pt idx="45">
                  <c:v>3.5</c:v>
                </c:pt>
                <c:pt idx="46">
                  <c:v>3.6</c:v>
                </c:pt>
                <c:pt idx="47">
                  <c:v>3.5</c:v>
                </c:pt>
                <c:pt idx="48">
                  <c:v>4.9</c:v>
                </c:pt>
                <c:pt idx="49">
                  <c:v>2.9</c:v>
                </c:pt>
                <c:pt idx="50">
                  <c:v>3.1</c:v>
                </c:pt>
                <c:pt idx="51">
                  <c:v>3.5</c:v>
                </c:pt>
                <c:pt idx="52">
                  <c:v>3.1</c:v>
                </c:pt>
                <c:pt idx="53">
                  <c:v>3.6</c:v>
                </c:pt>
                <c:pt idx="54">
                  <c:v>3.7</c:v>
                </c:pt>
                <c:pt idx="55">
                  <c:v>3.2</c:v>
                </c:pt>
                <c:pt idx="56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Sheet1!$F$2:$F$58</c:f>
              <c:numCache>
                <c:formatCode>General</c:formatCode>
                <c:ptCount val="57"/>
                <c:pt idx="0">
                  <c:v>2.6</c:v>
                </c:pt>
                <c:pt idx="1">
                  <c:v>2.3</c:v>
                </c:pt>
                <c:pt idx="2">
                  <c:v>2.4</c:v>
                </c:pt>
                <c:pt idx="3">
                  <c:v>2.7</c:v>
                </c:pt>
                <c:pt idx="4">
                  <c:v>2.2</c:v>
                </c:pt>
                <c:pt idx="5">
                  <c:v>2.7</c:v>
                </c:pt>
                <c:pt idx="6">
                  <c:v>2.1</c:v>
                </c:pt>
                <c:pt idx="7">
                  <c:v>1.7</c:v>
                </c:pt>
                <c:pt idx="8">
                  <c:v>1.2</c:v>
                </c:pt>
                <c:pt idx="9">
                  <c:v>14.1</c:v>
                </c:pt>
                <c:pt idx="10">
                  <c:v>10.2</c:v>
                </c:pt>
                <c:pt idx="11">
                  <c:v>10.7</c:v>
                </c:pt>
                <c:pt idx="12">
                  <c:v>12.1</c:v>
                </c:pt>
                <c:pt idx="13">
                  <c:v>9.7</c:v>
                </c:pt>
                <c:pt idx="14">
                  <c:v>7.7</c:v>
                </c:pt>
                <c:pt idx="15">
                  <c:v>7.9</c:v>
                </c:pt>
                <c:pt idx="16">
                  <c:v>7.5</c:v>
                </c:pt>
                <c:pt idx="17">
                  <c:v>7.6</c:v>
                </c:pt>
                <c:pt idx="18">
                  <c:v>7</c:v>
                </c:pt>
                <c:pt idx="19">
                  <c:v>7.2</c:v>
                </c:pt>
                <c:pt idx="20">
                  <c:v>4.9</c:v>
                </c:pt>
                <c:pt idx="21">
                  <c:v>2.6</c:v>
                </c:pt>
                <c:pt idx="22">
                  <c:v>3</c:v>
                </c:pt>
                <c:pt idx="23">
                  <c:v>3.5</c:v>
                </c:pt>
                <c:pt idx="24">
                  <c:v>3.1</c:v>
                </c:pt>
                <c:pt idx="25">
                  <c:v>3.3</c:v>
                </c:pt>
                <c:pt idx="26">
                  <c:v>3.4</c:v>
                </c:pt>
                <c:pt idx="27">
                  <c:v>4.9</c:v>
                </c:pt>
                <c:pt idx="28">
                  <c:v>3.6</c:v>
                </c:pt>
                <c:pt idx="29">
                  <c:v>3.6</c:v>
                </c:pt>
                <c:pt idx="30">
                  <c:v>3.6</c:v>
                </c:pt>
                <c:pt idx="31">
                  <c:v>3.4</c:v>
                </c:pt>
                <c:pt idx="32">
                  <c:v>3.5</c:v>
                </c:pt>
                <c:pt idx="33">
                  <c:v>3.5</c:v>
                </c:pt>
                <c:pt idx="34">
                  <c:v>3.6</c:v>
                </c:pt>
                <c:pt idx="35">
                  <c:v>3.6</c:v>
                </c:pt>
                <c:pt idx="36">
                  <c:v>3.8</c:v>
                </c:pt>
                <c:pt idx="37">
                  <c:v>3.4</c:v>
                </c:pt>
                <c:pt idx="38">
                  <c:v>3.4</c:v>
                </c:pt>
                <c:pt idx="39">
                  <c:v>3.7</c:v>
                </c:pt>
                <c:pt idx="40">
                  <c:v>3.9</c:v>
                </c:pt>
                <c:pt idx="41">
                  <c:v>3.6</c:v>
                </c:pt>
                <c:pt idx="42">
                  <c:v>3.6</c:v>
                </c:pt>
                <c:pt idx="43">
                  <c:v>3.9</c:v>
                </c:pt>
                <c:pt idx="44">
                  <c:v>3.9</c:v>
                </c:pt>
                <c:pt idx="45">
                  <c:v>3.7</c:v>
                </c:pt>
                <c:pt idx="46">
                  <c:v>3.9</c:v>
                </c:pt>
                <c:pt idx="47">
                  <c:v>3.6</c:v>
                </c:pt>
                <c:pt idx="48">
                  <c:v>2.8</c:v>
                </c:pt>
                <c:pt idx="49">
                  <c:v>1.2</c:v>
                </c:pt>
                <c:pt idx="50">
                  <c:v>1</c:v>
                </c:pt>
                <c:pt idx="51">
                  <c:v>1.1</c:v>
                </c:pt>
                <c:pt idx="52">
                  <c:v>1.2</c:v>
                </c:pt>
                <c:pt idx="53">
                  <c:v>1.2</c:v>
                </c:pt>
                <c:pt idx="54">
                  <c:v>1.2</c:v>
                </c:pt>
                <c:pt idx="55">
                  <c:v>1.2</c:v>
                </c:pt>
                <c:pt idx="56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football-league-simulator.streamlit.app" TargetMode="External"/><Relationship Id="rId2" Type="http://schemas.openxmlformats.org/officeDocument/2006/relationships/hyperlink" Target="https://github.com/vickyfriss/football-league-predictions" TargetMode="External"/><Relationship Id="rId3" Type="http://schemas.openxmlformats.org/officeDocument/2006/relationships/hyperlink" Target="https://medium.com/@vickyfrissdekereki" TargetMode="External"/><Relationship Id="rId4" Type="http://schemas.openxmlformats.org/officeDocument/2006/relationships/hyperlink" Target="https://linkedin.com/in/victoria-friss-de-kereki" TargetMode="External"/><Relationship Id="rId5" Type="http://schemas.openxmlformats.org/officeDocument/2006/relationships/image" Target="../media/image-25-1.png"/><Relationship Id="rId6" Type="http://schemas.openxmlformats.org/officeDocument/2006/relationships/image" Target="../media/image-25-2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odds, a goal model, and 10,000 simulated seasons: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team's chance of every final league position.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9491472" cy="33723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402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6" name="click1_0"/>
          <p:cNvSpPr/>
          <p:nvPr/>
        </p:nvSpPr>
        <p:spPr>
          <a:xfrm>
            <a:off x="2523482" y="1970940"/>
            <a:ext cx="1480103" cy="3100500"/>
          </a:xfrm>
          <a:prstGeom prst="rect">
            <a:avLst/>
          </a:prstGeom>
          <a:ln w="28575">
            <a:solidFill>
              <a:srgbClr val="3EE07A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2066282" y="1581912"/>
            <a:ext cx="2394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1st + 2nd + 3rd + 4th  →</a:t>
            </a:r>
            <a:endParaRPr lang="en-US" sz="1100" dirty="0"/>
          </a:p>
        </p:txBody>
      </p:sp>
      <p:sp>
        <p:nvSpPr>
          <p:cNvPr id="8" name="click1_2"/>
          <p:cNvSpPr/>
          <p:nvPr/>
        </p:nvSpPr>
        <p:spPr>
          <a:xfrm>
            <a:off x="10113264" y="1970940"/>
            <a:ext cx="713232" cy="3100500"/>
          </a:xfrm>
          <a:prstGeom prst="rect">
            <a:avLst/>
          </a:prstGeom>
          <a:solidFill>
            <a:srgbClr val="E6F6EC"/>
          </a:solidFill>
          <a:ln w="28575">
            <a:solidFill>
              <a:srgbClr val="3EE07A"/>
            </a:solidFill>
            <a:prstDash val="solid"/>
          </a:ln>
        </p:spPr>
      </p:sp>
      <p:sp>
        <p:nvSpPr>
          <p:cNvPr id="9" name="click1_3"/>
          <p:cNvSpPr txBox="1"/>
          <p:nvPr/>
        </p:nvSpPr>
        <p:spPr>
          <a:xfrm>
            <a:off x="10113264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5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TOP 4</a:t>
            </a:r>
            <a:endParaRPr lang="en-US" sz="750" dirty="0"/>
          </a:p>
        </p:txBody>
      </p:sp>
      <p:sp>
        <p:nvSpPr>
          <p:cNvPr id="10" name="click1_4"/>
          <p:cNvSpPr txBox="1"/>
          <p:nvPr/>
        </p:nvSpPr>
        <p:spPr>
          <a:xfrm>
            <a:off x="10113264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99.5%</a:t>
            </a:r>
            <a:endParaRPr lang="en-US" sz="800" dirty="0"/>
          </a:p>
        </p:txBody>
      </p:sp>
      <p:sp>
        <p:nvSpPr>
          <p:cNvPr id="11" name="click1_5"/>
          <p:cNvSpPr txBox="1"/>
          <p:nvPr/>
        </p:nvSpPr>
        <p:spPr>
          <a:xfrm>
            <a:off x="10113264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98.5%</a:t>
            </a:r>
            <a:endParaRPr lang="en-US" sz="800" dirty="0"/>
          </a:p>
        </p:txBody>
      </p:sp>
      <p:sp>
        <p:nvSpPr>
          <p:cNvPr id="12" name="click1_6"/>
          <p:cNvSpPr txBox="1"/>
          <p:nvPr/>
        </p:nvSpPr>
        <p:spPr>
          <a:xfrm>
            <a:off x="10113264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80.9%</a:t>
            </a:r>
            <a:endParaRPr lang="en-US" sz="800" dirty="0"/>
          </a:p>
        </p:txBody>
      </p:sp>
      <p:sp>
        <p:nvSpPr>
          <p:cNvPr id="13" name="click1_7"/>
          <p:cNvSpPr txBox="1"/>
          <p:nvPr/>
        </p:nvSpPr>
        <p:spPr>
          <a:xfrm>
            <a:off x="10113264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31.0%</a:t>
            </a:r>
            <a:endParaRPr lang="en-US" sz="800" dirty="0"/>
          </a:p>
        </p:txBody>
      </p:sp>
      <p:sp>
        <p:nvSpPr>
          <p:cNvPr id="14" name="click1_8"/>
          <p:cNvSpPr txBox="1"/>
          <p:nvPr/>
        </p:nvSpPr>
        <p:spPr>
          <a:xfrm>
            <a:off x="10113264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28.6%</a:t>
            </a:r>
            <a:endParaRPr lang="en-US" sz="800" dirty="0"/>
          </a:p>
        </p:txBody>
      </p:sp>
      <p:sp>
        <p:nvSpPr>
          <p:cNvPr id="15" name="click1_9"/>
          <p:cNvSpPr txBox="1"/>
          <p:nvPr/>
        </p:nvSpPr>
        <p:spPr>
          <a:xfrm>
            <a:off x="10113264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17.7%</a:t>
            </a:r>
            <a:endParaRPr lang="en-US" sz="800" dirty="0"/>
          </a:p>
        </p:txBody>
      </p:sp>
      <p:sp>
        <p:nvSpPr>
          <p:cNvPr id="16" name="click1_10"/>
          <p:cNvSpPr txBox="1"/>
          <p:nvPr/>
        </p:nvSpPr>
        <p:spPr>
          <a:xfrm>
            <a:off x="10113264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8.7%</a:t>
            </a:r>
            <a:endParaRPr lang="en-US" sz="800" dirty="0"/>
          </a:p>
        </p:txBody>
      </p:sp>
      <p:sp>
        <p:nvSpPr>
          <p:cNvPr id="17" name="click1_11"/>
          <p:cNvSpPr txBox="1"/>
          <p:nvPr/>
        </p:nvSpPr>
        <p:spPr>
          <a:xfrm>
            <a:off x="10113264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4.7%</a:t>
            </a:r>
            <a:endParaRPr lang="en-US" sz="800" dirty="0"/>
          </a:p>
        </p:txBody>
      </p:sp>
      <p:sp>
        <p:nvSpPr>
          <p:cNvPr id="18" name="click1_12"/>
          <p:cNvSpPr txBox="1"/>
          <p:nvPr/>
        </p:nvSpPr>
        <p:spPr>
          <a:xfrm>
            <a:off x="10113264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0.6%</a:t>
            </a:r>
            <a:endParaRPr lang="en-US" sz="800" dirty="0"/>
          </a:p>
        </p:txBody>
      </p:sp>
      <p:sp>
        <p:nvSpPr>
          <p:cNvPr id="19" name="click1_13"/>
          <p:cNvSpPr txBox="1"/>
          <p:nvPr/>
        </p:nvSpPr>
        <p:spPr>
          <a:xfrm>
            <a:off x="10113264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0.1%</a:t>
            </a:r>
            <a:endParaRPr lang="en-US" sz="800" dirty="0"/>
          </a:p>
        </p:txBody>
      </p:sp>
      <p:sp>
        <p:nvSpPr>
          <p:cNvPr id="20" name="click1_14"/>
          <p:cNvSpPr txBox="1"/>
          <p:nvPr/>
        </p:nvSpPr>
        <p:spPr>
          <a:xfrm>
            <a:off x="10113264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1.8%</a:t>
            </a:r>
            <a:endParaRPr lang="en-US" sz="800" dirty="0"/>
          </a:p>
        </p:txBody>
      </p:sp>
      <p:sp>
        <p:nvSpPr>
          <p:cNvPr id="21" name="click1_15"/>
          <p:cNvSpPr txBox="1"/>
          <p:nvPr/>
        </p:nvSpPr>
        <p:spPr>
          <a:xfrm>
            <a:off x="10113264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5.5%</a:t>
            </a:r>
            <a:endParaRPr lang="en-US" sz="800" dirty="0"/>
          </a:p>
        </p:txBody>
      </p:sp>
      <p:sp>
        <p:nvSpPr>
          <p:cNvPr id="22" name="click1_16"/>
          <p:cNvSpPr txBox="1"/>
          <p:nvPr/>
        </p:nvSpPr>
        <p:spPr>
          <a:xfrm>
            <a:off x="10113264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17.5%</a:t>
            </a:r>
            <a:endParaRPr lang="en-US" sz="800" dirty="0"/>
          </a:p>
        </p:txBody>
      </p:sp>
      <p:sp>
        <p:nvSpPr>
          <p:cNvPr id="23" name="click1_17"/>
          <p:cNvSpPr txBox="1"/>
          <p:nvPr/>
        </p:nvSpPr>
        <p:spPr>
          <a:xfrm>
            <a:off x="10113264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4" name="click1_18"/>
          <p:cNvSpPr txBox="1"/>
          <p:nvPr/>
        </p:nvSpPr>
        <p:spPr>
          <a:xfrm>
            <a:off x="10113264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2.6%</a:t>
            </a:r>
            <a:endParaRPr lang="en-US" sz="800" dirty="0"/>
          </a:p>
        </p:txBody>
      </p:sp>
      <p:sp>
        <p:nvSpPr>
          <p:cNvPr id="25" name="click1_19"/>
          <p:cNvSpPr txBox="1"/>
          <p:nvPr/>
        </p:nvSpPr>
        <p:spPr>
          <a:xfrm>
            <a:off x="10113264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26" name="click1_20"/>
          <p:cNvSpPr txBox="1"/>
          <p:nvPr/>
        </p:nvSpPr>
        <p:spPr>
          <a:xfrm>
            <a:off x="10113264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27" name="click1_21"/>
          <p:cNvSpPr txBox="1"/>
          <p:nvPr/>
        </p:nvSpPr>
        <p:spPr>
          <a:xfrm>
            <a:off x="10113264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0.9%</a:t>
            </a:r>
            <a:endParaRPr lang="en-US" sz="800" dirty="0"/>
          </a:p>
        </p:txBody>
      </p:sp>
      <p:sp>
        <p:nvSpPr>
          <p:cNvPr id="28" name="click1_22"/>
          <p:cNvSpPr txBox="1"/>
          <p:nvPr/>
        </p:nvSpPr>
        <p:spPr>
          <a:xfrm>
            <a:off x="10113264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9" name="click1_23"/>
          <p:cNvSpPr txBox="1"/>
          <p:nvPr/>
        </p:nvSpPr>
        <p:spPr>
          <a:xfrm>
            <a:off x="10113264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0" name="click2_0"/>
          <p:cNvSpPr/>
          <p:nvPr/>
        </p:nvSpPr>
        <p:spPr>
          <a:xfrm>
            <a:off x="8813920" y="1970940"/>
            <a:ext cx="1110959" cy="3100500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31" name="click2_1"/>
          <p:cNvSpPr txBox="1"/>
          <p:nvPr/>
        </p:nvSpPr>
        <p:spPr>
          <a:xfrm>
            <a:off x="8356720" y="1581912"/>
            <a:ext cx="2025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18th + 19th + 20th  →</a:t>
            </a:r>
            <a:endParaRPr lang="en-US" sz="1100" dirty="0"/>
          </a:p>
        </p:txBody>
      </p:sp>
      <p:sp>
        <p:nvSpPr>
          <p:cNvPr id="32" name="click2_2"/>
          <p:cNvSpPr/>
          <p:nvPr/>
        </p:nvSpPr>
        <p:spPr>
          <a:xfrm>
            <a:off x="10899648" y="1970940"/>
            <a:ext cx="713232" cy="3100500"/>
          </a:xfrm>
          <a:prstGeom prst="rect">
            <a:avLst/>
          </a:prstGeom>
          <a:solidFill>
            <a:srgbClr val="FDEDE3"/>
          </a:solidFill>
          <a:ln w="28575">
            <a:solidFill>
              <a:srgbClr val="FF6A2B"/>
            </a:solidFill>
            <a:prstDash val="solid"/>
          </a:ln>
        </p:spPr>
      </p:sp>
      <p:sp>
        <p:nvSpPr>
          <p:cNvPr id="33" name="click2_3"/>
          <p:cNvSpPr txBox="1"/>
          <p:nvPr/>
        </p:nvSpPr>
        <p:spPr>
          <a:xfrm>
            <a:off x="10899648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471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BOTTOM 3</a:t>
            </a:r>
            <a:endParaRPr lang="en-US" sz="750" dirty="0"/>
          </a:p>
        </p:txBody>
      </p:sp>
      <p:sp>
        <p:nvSpPr>
          <p:cNvPr id="34" name="click2_4"/>
          <p:cNvSpPr txBox="1"/>
          <p:nvPr/>
        </p:nvSpPr>
        <p:spPr>
          <a:xfrm>
            <a:off x="10899648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5" name="click2_5"/>
          <p:cNvSpPr txBox="1"/>
          <p:nvPr/>
        </p:nvSpPr>
        <p:spPr>
          <a:xfrm>
            <a:off x="10899648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6" name="click2_6"/>
          <p:cNvSpPr txBox="1"/>
          <p:nvPr/>
        </p:nvSpPr>
        <p:spPr>
          <a:xfrm>
            <a:off x="10899648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7" name="click2_7"/>
          <p:cNvSpPr txBox="1"/>
          <p:nvPr/>
        </p:nvSpPr>
        <p:spPr>
          <a:xfrm>
            <a:off x="10899648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0.3%</a:t>
            </a:r>
            <a:endParaRPr lang="en-US" sz="800" dirty="0"/>
          </a:p>
        </p:txBody>
      </p:sp>
      <p:sp>
        <p:nvSpPr>
          <p:cNvPr id="38" name="click2_8"/>
          <p:cNvSpPr txBox="1"/>
          <p:nvPr/>
        </p:nvSpPr>
        <p:spPr>
          <a:xfrm>
            <a:off x="10899648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9" name="click2_9"/>
          <p:cNvSpPr txBox="1"/>
          <p:nvPr/>
        </p:nvSpPr>
        <p:spPr>
          <a:xfrm>
            <a:off x="10899648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0" name="click2_10"/>
          <p:cNvSpPr txBox="1"/>
          <p:nvPr/>
        </p:nvSpPr>
        <p:spPr>
          <a:xfrm>
            <a:off x="10899648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2.2%</a:t>
            </a:r>
            <a:endParaRPr lang="en-US" sz="800" dirty="0"/>
          </a:p>
        </p:txBody>
      </p:sp>
      <p:sp>
        <p:nvSpPr>
          <p:cNvPr id="41" name="click2_11"/>
          <p:cNvSpPr txBox="1"/>
          <p:nvPr/>
        </p:nvSpPr>
        <p:spPr>
          <a:xfrm>
            <a:off x="10899648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4.4%</a:t>
            </a:r>
            <a:endParaRPr lang="en-US" sz="800" dirty="0"/>
          </a:p>
        </p:txBody>
      </p:sp>
      <p:sp>
        <p:nvSpPr>
          <p:cNvPr id="42" name="click2_12"/>
          <p:cNvSpPr txBox="1"/>
          <p:nvPr/>
        </p:nvSpPr>
        <p:spPr>
          <a:xfrm>
            <a:off x="10899648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17.6%</a:t>
            </a:r>
            <a:endParaRPr lang="en-US" sz="800" dirty="0"/>
          </a:p>
        </p:txBody>
      </p:sp>
      <p:sp>
        <p:nvSpPr>
          <p:cNvPr id="43" name="click2_13"/>
          <p:cNvSpPr txBox="1"/>
          <p:nvPr/>
        </p:nvSpPr>
        <p:spPr>
          <a:xfrm>
            <a:off x="10899648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33.7%</a:t>
            </a:r>
            <a:endParaRPr lang="en-US" sz="800" dirty="0"/>
          </a:p>
        </p:txBody>
      </p:sp>
      <p:sp>
        <p:nvSpPr>
          <p:cNvPr id="44" name="click2_14"/>
          <p:cNvSpPr txBox="1"/>
          <p:nvPr/>
        </p:nvSpPr>
        <p:spPr>
          <a:xfrm>
            <a:off x="10899648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10.9%</a:t>
            </a:r>
            <a:endParaRPr lang="en-US" sz="800" dirty="0"/>
          </a:p>
        </p:txBody>
      </p:sp>
      <p:sp>
        <p:nvSpPr>
          <p:cNvPr id="45" name="click2_15"/>
          <p:cNvSpPr txBox="1"/>
          <p:nvPr/>
        </p:nvSpPr>
        <p:spPr>
          <a:xfrm>
            <a:off x="10899648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click2_16"/>
          <p:cNvSpPr txBox="1"/>
          <p:nvPr/>
        </p:nvSpPr>
        <p:spPr>
          <a:xfrm>
            <a:off x="10899648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7" name="click2_17"/>
          <p:cNvSpPr txBox="1"/>
          <p:nvPr/>
        </p:nvSpPr>
        <p:spPr>
          <a:xfrm>
            <a:off x="10899648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34.1%</a:t>
            </a:r>
            <a:endParaRPr lang="en-US" sz="800" dirty="0"/>
          </a:p>
        </p:txBody>
      </p:sp>
      <p:sp>
        <p:nvSpPr>
          <p:cNvPr id="48" name="click2_18"/>
          <p:cNvSpPr txBox="1"/>
          <p:nvPr/>
        </p:nvSpPr>
        <p:spPr>
          <a:xfrm>
            <a:off x="10899648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7.2%</a:t>
            </a:r>
            <a:endParaRPr lang="en-US" sz="800" dirty="0"/>
          </a:p>
        </p:txBody>
      </p:sp>
      <p:sp>
        <p:nvSpPr>
          <p:cNvPr id="49" name="click2_19"/>
          <p:cNvSpPr txBox="1"/>
          <p:nvPr/>
        </p:nvSpPr>
        <p:spPr>
          <a:xfrm>
            <a:off x="10899648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72.6%</a:t>
            </a:r>
            <a:endParaRPr lang="en-US" sz="800" dirty="0"/>
          </a:p>
        </p:txBody>
      </p:sp>
      <p:sp>
        <p:nvSpPr>
          <p:cNvPr id="50" name="click2_20"/>
          <p:cNvSpPr txBox="1"/>
          <p:nvPr/>
        </p:nvSpPr>
        <p:spPr>
          <a:xfrm>
            <a:off x="10899648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19.8%</a:t>
            </a:r>
            <a:endParaRPr lang="en-US" sz="800" dirty="0"/>
          </a:p>
        </p:txBody>
      </p:sp>
      <p:sp>
        <p:nvSpPr>
          <p:cNvPr id="51" name="click2_21"/>
          <p:cNvSpPr txBox="1"/>
          <p:nvPr/>
        </p:nvSpPr>
        <p:spPr>
          <a:xfrm>
            <a:off x="10899648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15.5%</a:t>
            </a:r>
            <a:endParaRPr lang="en-US" sz="800" dirty="0"/>
          </a:p>
        </p:txBody>
      </p:sp>
      <p:sp>
        <p:nvSpPr>
          <p:cNvPr id="52" name="click2_22"/>
          <p:cNvSpPr txBox="1"/>
          <p:nvPr/>
        </p:nvSpPr>
        <p:spPr>
          <a:xfrm>
            <a:off x="10899648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36.6%</a:t>
            </a:r>
            <a:endParaRPr lang="en-US" sz="800" dirty="0"/>
          </a:p>
        </p:txBody>
      </p:sp>
      <p:sp>
        <p:nvSpPr>
          <p:cNvPr id="53" name="click2_23"/>
          <p:cNvSpPr txBox="1"/>
          <p:nvPr/>
        </p:nvSpPr>
        <p:spPr>
          <a:xfrm>
            <a:off x="10899648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39.4%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click1_0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click1_2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click1_3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click1_4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click1_5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click1_6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1_7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click1_8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lick2_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lick2_1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click2_2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203072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4–1 at Palace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2399081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Model fix: shrinkage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609234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600604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460108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SINCE THE OPENING WEEKEND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30%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67%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&lt;1%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SHIPPING IT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the easy part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business-as-usual, tie-breaks. Re-check each before reusing the model elsewhere.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2026-10-19T12:13:58Z</dcterms:created>
  <dcterms:modified xsi:type="dcterms:W3CDTF">2026-10-19T12:13:58Z</dcterms:modified>
</cp:coreProperties>
</file>