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09a61f44-0d7d-d8fa-8aac-2aef8c7d6a48}">
          <p14:sldIdLst>
            <p14:sldId id="256"/>
            <p14:sldId id="257"/>
            <p14:sldId id="258"/>
          </p14:sldIdLst>
        </p14:section>
        <p14:section name="01 The idea" id="{14213ad5-db7a-e675-64d3-799582dc2b49}">
          <p14:sldIdLst>
            <p14:sldId id="259"/>
          </p14:sldIdLst>
        </p14:section>
        <p14:section name="02 Building the model" id="{98da5ba5-6c16-5f27-5b52-57e8373f229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335c0ca1-316e-6e99-b3ae-255c6206e5b9}">
          <p14:sldIdLst>
            <p14:sldId id="268"/>
            <p14:sldId id="269"/>
            <p14:sldId id="270"/>
            <p14:sldId id="271"/>
            <p14:sldId id="272"/>
          </p14:sldIdLst>
        </p14:section>
        <p14:section name="04 Does it work?" id="{9b4de4b7-d1ae-e4aa-cff3-32c176366187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Q&amp;A" id="{c4287fdc-6f75-bc3d-6b1f-d2dd84fdfa8c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production pipeline output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100</c:v>
                </c:pt>
                <c:pt idx="7">
                  <c:v>0</c:v>
                </c:pt>
                <c:pt idx="8">
                  <c:v>0</c:v>
                </c:pt>
                <c:pt idx="9">
                  <c:v>100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100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100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Sheet1!$C$2:$C$58</c:f>
              <c:numCache>
                <c:formatCode>General</c:formatCode>
                <c:ptCount val="57"/>
                <c:pt idx="0">
                  <c:v>29.9</c:v>
                </c:pt>
                <c:pt idx="1">
                  <c:v>31.6</c:v>
                </c:pt>
                <c:pt idx="2">
                  <c:v>31.3</c:v>
                </c:pt>
                <c:pt idx="3">
                  <c:v>30.6</c:v>
                </c:pt>
                <c:pt idx="4">
                  <c:v>31</c:v>
                </c:pt>
                <c:pt idx="5">
                  <c:v>32.7</c:v>
                </c:pt>
                <c:pt idx="6">
                  <c:v>42.5</c:v>
                </c:pt>
                <c:pt idx="7">
                  <c:v>41.8</c:v>
                </c:pt>
                <c:pt idx="8">
                  <c:v>38.9</c:v>
                </c:pt>
                <c:pt idx="9">
                  <c:v>41</c:v>
                </c:pt>
                <c:pt idx="10">
                  <c:v>43</c:v>
                </c:pt>
                <c:pt idx="11">
                  <c:v>41.9</c:v>
                </c:pt>
                <c:pt idx="12">
                  <c:v>41.4</c:v>
                </c:pt>
                <c:pt idx="13">
                  <c:v>47.3</c:v>
                </c:pt>
                <c:pt idx="14">
                  <c:v>43.2</c:v>
                </c:pt>
                <c:pt idx="15">
                  <c:v>43.3</c:v>
                </c:pt>
                <c:pt idx="16">
                  <c:v>43.5</c:v>
                </c:pt>
                <c:pt idx="17">
                  <c:v>42.6</c:v>
                </c:pt>
                <c:pt idx="18">
                  <c:v>43.7</c:v>
                </c:pt>
                <c:pt idx="19">
                  <c:v>42.6</c:v>
                </c:pt>
                <c:pt idx="20">
                  <c:v>33.2</c:v>
                </c:pt>
                <c:pt idx="21">
                  <c:v>40.4</c:v>
                </c:pt>
                <c:pt idx="22">
                  <c:v>42.2</c:v>
                </c:pt>
                <c:pt idx="23">
                  <c:v>40.6</c:v>
                </c:pt>
                <c:pt idx="24">
                  <c:v>40.2</c:v>
                </c:pt>
                <c:pt idx="25">
                  <c:v>40.4</c:v>
                </c:pt>
                <c:pt idx="26">
                  <c:v>40.6</c:v>
                </c:pt>
                <c:pt idx="27">
                  <c:v>51.7</c:v>
                </c:pt>
                <c:pt idx="28">
                  <c:v>58.4</c:v>
                </c:pt>
                <c:pt idx="29">
                  <c:v>56.8</c:v>
                </c:pt>
                <c:pt idx="30">
                  <c:v>56.3</c:v>
                </c:pt>
                <c:pt idx="31">
                  <c:v>56.6</c:v>
                </c:pt>
                <c:pt idx="32">
                  <c:v>57.1</c:v>
                </c:pt>
                <c:pt idx="33">
                  <c:v>56.2</c:v>
                </c:pt>
                <c:pt idx="34">
                  <c:v>56.4</c:v>
                </c:pt>
                <c:pt idx="35">
                  <c:v>56.5</c:v>
                </c:pt>
                <c:pt idx="36">
                  <c:v>56.6</c:v>
                </c:pt>
                <c:pt idx="37">
                  <c:v>57.3</c:v>
                </c:pt>
                <c:pt idx="38">
                  <c:v>56.9</c:v>
                </c:pt>
                <c:pt idx="39">
                  <c:v>56.4</c:v>
                </c:pt>
                <c:pt idx="40">
                  <c:v>58.6</c:v>
                </c:pt>
                <c:pt idx="41">
                  <c:v>58.5</c:v>
                </c:pt>
                <c:pt idx="42">
                  <c:v>56.2</c:v>
                </c:pt>
                <c:pt idx="43">
                  <c:v>54.8</c:v>
                </c:pt>
                <c:pt idx="44">
                  <c:v>56.3</c:v>
                </c:pt>
                <c:pt idx="45">
                  <c:v>59.1</c:v>
                </c:pt>
                <c:pt idx="46">
                  <c:v>57.9</c:v>
                </c:pt>
                <c:pt idx="47">
                  <c:v>58.4</c:v>
                </c:pt>
                <c:pt idx="48">
                  <c:v>53.2</c:v>
                </c:pt>
                <c:pt idx="49">
                  <c:v>64.6</c:v>
                </c:pt>
                <c:pt idx="50">
                  <c:v>64.3</c:v>
                </c:pt>
                <c:pt idx="51">
                  <c:v>64</c:v>
                </c:pt>
                <c:pt idx="52">
                  <c:v>63.7</c:v>
                </c:pt>
                <c:pt idx="53">
                  <c:v>64.2</c:v>
                </c:pt>
                <c:pt idx="54">
                  <c:v>63.6</c:v>
                </c:pt>
                <c:pt idx="55">
                  <c:v>66.6</c:v>
                </c:pt>
                <c:pt idx="56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Sheet1!$D$2:$D$58</c:f>
              <c:numCache>
                <c:formatCode>General</c:formatCode>
                <c:ptCount val="57"/>
                <c:pt idx="0">
                  <c:v>67.4</c:v>
                </c:pt>
                <c:pt idx="1">
                  <c:v>65.7</c:v>
                </c:pt>
                <c:pt idx="2">
                  <c:v>65.9</c:v>
                </c:pt>
                <c:pt idx="3">
                  <c:v>66.3</c:v>
                </c:pt>
                <c:pt idx="4">
                  <c:v>66.2</c:v>
                </c:pt>
                <c:pt idx="5">
                  <c:v>64.2</c:v>
                </c:pt>
                <c:pt idx="6">
                  <c:v>55.1</c:v>
                </c:pt>
                <c:pt idx="7">
                  <c:v>56.4</c:v>
                </c:pt>
                <c:pt idx="8">
                  <c:v>59.8</c:v>
                </c:pt>
                <c:pt idx="9">
                  <c:v>43.7</c:v>
                </c:pt>
                <c:pt idx="10">
                  <c:v>45.5</c:v>
                </c:pt>
                <c:pt idx="11">
                  <c:v>45.9</c:v>
                </c:pt>
                <c:pt idx="12">
                  <c:v>45.1</c:v>
                </c:pt>
                <c:pt idx="13">
                  <c:v>42</c:v>
                </c:pt>
                <c:pt idx="14">
                  <c:v>48.3</c:v>
                </c:pt>
                <c:pt idx="15">
                  <c:v>47.9</c:v>
                </c:pt>
                <c:pt idx="16">
                  <c:v>48.3</c:v>
                </c:pt>
                <c:pt idx="17">
                  <c:v>48.9</c:v>
                </c:pt>
                <c:pt idx="18">
                  <c:v>48.5</c:v>
                </c:pt>
                <c:pt idx="19">
                  <c:v>49.2</c:v>
                </c:pt>
                <c:pt idx="20">
                  <c:v>61.4</c:v>
                </c:pt>
                <c:pt idx="21">
                  <c:v>55.8</c:v>
                </c:pt>
                <c:pt idx="22">
                  <c:v>53.2</c:v>
                </c:pt>
                <c:pt idx="23">
                  <c:v>54.5</c:v>
                </c:pt>
                <c:pt idx="24">
                  <c:v>55.4</c:v>
                </c:pt>
                <c:pt idx="25">
                  <c:v>54.7</c:v>
                </c:pt>
                <c:pt idx="26">
                  <c:v>54.1</c:v>
                </c:pt>
                <c:pt idx="27">
                  <c:v>39.1</c:v>
                </c:pt>
                <c:pt idx="28">
                  <c:v>34.4</c:v>
                </c:pt>
                <c:pt idx="29">
                  <c:v>36.2</c:v>
                </c:pt>
                <c:pt idx="30">
                  <c:v>37</c:v>
                </c:pt>
                <c:pt idx="31">
                  <c:v>37.1</c:v>
                </c:pt>
                <c:pt idx="32">
                  <c:v>36.4</c:v>
                </c:pt>
                <c:pt idx="33">
                  <c:v>36.9</c:v>
                </c:pt>
                <c:pt idx="34">
                  <c:v>36.5</c:v>
                </c:pt>
                <c:pt idx="35">
                  <c:v>36.9</c:v>
                </c:pt>
                <c:pt idx="36">
                  <c:v>36.3</c:v>
                </c:pt>
                <c:pt idx="37">
                  <c:v>36</c:v>
                </c:pt>
                <c:pt idx="38">
                  <c:v>36.7</c:v>
                </c:pt>
                <c:pt idx="39">
                  <c:v>36.8</c:v>
                </c:pt>
                <c:pt idx="40">
                  <c:v>34.3</c:v>
                </c:pt>
                <c:pt idx="41">
                  <c:v>34.3</c:v>
                </c:pt>
                <c:pt idx="42">
                  <c:v>37</c:v>
                </c:pt>
                <c:pt idx="43">
                  <c:v>38</c:v>
                </c:pt>
                <c:pt idx="44">
                  <c:v>36.4</c:v>
                </c:pt>
                <c:pt idx="45">
                  <c:v>33.7</c:v>
                </c:pt>
                <c:pt idx="46">
                  <c:v>34.6</c:v>
                </c:pt>
                <c:pt idx="47">
                  <c:v>34.5</c:v>
                </c:pt>
                <c:pt idx="48">
                  <c:v>39.1</c:v>
                </c:pt>
                <c:pt idx="49">
                  <c:v>31.3</c:v>
                </c:pt>
                <c:pt idx="50">
                  <c:v>31.6</c:v>
                </c:pt>
                <c:pt idx="51">
                  <c:v>31.4</c:v>
                </c:pt>
                <c:pt idx="52">
                  <c:v>32</c:v>
                </c:pt>
                <c:pt idx="53">
                  <c:v>31</c:v>
                </c:pt>
                <c:pt idx="54">
                  <c:v>31.5</c:v>
                </c:pt>
                <c:pt idx="55">
                  <c:v>29</c:v>
                </c:pt>
                <c:pt idx="56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Sheet1!$E$2:$E$58</c:f>
              <c:numCache>
                <c:formatCode>General</c:formatCode>
                <c:ptCount val="57"/>
                <c:pt idx="0">
                  <c:v>0.1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0.6</c:v>
                </c:pt>
                <c:pt idx="5">
                  <c:v>0.4</c:v>
                </c:pt>
                <c:pt idx="6">
                  <c:v>0.3</c:v>
                </c:pt>
                <c:pt idx="7">
                  <c:v>0.1</c:v>
                </c:pt>
                <c:pt idx="8">
                  <c:v>0.1</c:v>
                </c:pt>
                <c:pt idx="9">
                  <c:v>1.2</c:v>
                </c:pt>
                <c:pt idx="10">
                  <c:v>1.3</c:v>
                </c:pt>
                <c:pt idx="11">
                  <c:v>1.5</c:v>
                </c:pt>
                <c:pt idx="12">
                  <c:v>1.4</c:v>
                </c:pt>
                <c:pt idx="13">
                  <c:v>1</c:v>
                </c:pt>
                <c:pt idx="14">
                  <c:v>0.8</c:v>
                </c:pt>
                <c:pt idx="15">
                  <c:v>0.9</c:v>
                </c:pt>
                <c:pt idx="16">
                  <c:v>0.7</c:v>
                </c:pt>
                <c:pt idx="17">
                  <c:v>0.9</c:v>
                </c:pt>
                <c:pt idx="18">
                  <c:v>0.8</c:v>
                </c:pt>
                <c:pt idx="19">
                  <c:v>1</c:v>
                </c:pt>
                <c:pt idx="20">
                  <c:v>0.5</c:v>
                </c:pt>
                <c:pt idx="21">
                  <c:v>1.2</c:v>
                </c:pt>
                <c:pt idx="22">
                  <c:v>1.6</c:v>
                </c:pt>
                <c:pt idx="23">
                  <c:v>1.4</c:v>
                </c:pt>
                <c:pt idx="24">
                  <c:v>1.3</c:v>
                </c:pt>
                <c:pt idx="25">
                  <c:v>1.6</c:v>
                </c:pt>
                <c:pt idx="26">
                  <c:v>1.9</c:v>
                </c:pt>
                <c:pt idx="27">
                  <c:v>4.3</c:v>
                </c:pt>
                <c:pt idx="28">
                  <c:v>3.6</c:v>
                </c:pt>
                <c:pt idx="29">
                  <c:v>3.4</c:v>
                </c:pt>
                <c:pt idx="30">
                  <c:v>3.1</c:v>
                </c:pt>
                <c:pt idx="31">
                  <c:v>2.9</c:v>
                </c:pt>
                <c:pt idx="32">
                  <c:v>3</c:v>
                </c:pt>
                <c:pt idx="33">
                  <c:v>3.4</c:v>
                </c:pt>
                <c:pt idx="34">
                  <c:v>3.5</c:v>
                </c:pt>
                <c:pt idx="35">
                  <c:v>3</c:v>
                </c:pt>
                <c:pt idx="36">
                  <c:v>3.3</c:v>
                </c:pt>
                <c:pt idx="37">
                  <c:v>3.3</c:v>
                </c:pt>
                <c:pt idx="38">
                  <c:v>3</c:v>
                </c:pt>
                <c:pt idx="39">
                  <c:v>3.1</c:v>
                </c:pt>
                <c:pt idx="40">
                  <c:v>3.2</c:v>
                </c:pt>
                <c:pt idx="41">
                  <c:v>3.6</c:v>
                </c:pt>
                <c:pt idx="42">
                  <c:v>3.2</c:v>
                </c:pt>
                <c:pt idx="43">
                  <c:v>3.3</c:v>
                </c:pt>
                <c:pt idx="44">
                  <c:v>3.4</c:v>
                </c:pt>
                <c:pt idx="45">
                  <c:v>3.5</c:v>
                </c:pt>
                <c:pt idx="46">
                  <c:v>3.6</c:v>
                </c:pt>
                <c:pt idx="47">
                  <c:v>3.5</c:v>
                </c:pt>
                <c:pt idx="48">
                  <c:v>4.9</c:v>
                </c:pt>
                <c:pt idx="49">
                  <c:v>2.9</c:v>
                </c:pt>
                <c:pt idx="50">
                  <c:v>3.1</c:v>
                </c:pt>
                <c:pt idx="51">
                  <c:v>3.5</c:v>
                </c:pt>
                <c:pt idx="52">
                  <c:v>3.1</c:v>
                </c:pt>
                <c:pt idx="53">
                  <c:v>3.6</c:v>
                </c:pt>
                <c:pt idx="54">
                  <c:v>3.7</c:v>
                </c:pt>
                <c:pt idx="55">
                  <c:v>3.2</c:v>
                </c:pt>
                <c:pt idx="56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Sheet1!$F$2:$F$58</c:f>
              <c:numCache>
                <c:formatCode>General</c:formatCode>
                <c:ptCount val="57"/>
                <c:pt idx="0">
                  <c:v>2.6</c:v>
                </c:pt>
                <c:pt idx="1">
                  <c:v>2.3</c:v>
                </c:pt>
                <c:pt idx="2">
                  <c:v>2.4</c:v>
                </c:pt>
                <c:pt idx="3">
                  <c:v>2.7</c:v>
                </c:pt>
                <c:pt idx="4">
                  <c:v>2.2</c:v>
                </c:pt>
                <c:pt idx="5">
                  <c:v>2.7</c:v>
                </c:pt>
                <c:pt idx="6">
                  <c:v>2.1</c:v>
                </c:pt>
                <c:pt idx="7">
                  <c:v>1.7</c:v>
                </c:pt>
                <c:pt idx="8">
                  <c:v>1.2</c:v>
                </c:pt>
                <c:pt idx="9">
                  <c:v>14.1</c:v>
                </c:pt>
                <c:pt idx="10">
                  <c:v>10.2</c:v>
                </c:pt>
                <c:pt idx="11">
                  <c:v>10.7</c:v>
                </c:pt>
                <c:pt idx="12">
                  <c:v>12.1</c:v>
                </c:pt>
                <c:pt idx="13">
                  <c:v>9.7</c:v>
                </c:pt>
                <c:pt idx="14">
                  <c:v>7.7</c:v>
                </c:pt>
                <c:pt idx="15">
                  <c:v>7.9</c:v>
                </c:pt>
                <c:pt idx="16">
                  <c:v>7.5</c:v>
                </c:pt>
                <c:pt idx="17">
                  <c:v>7.6</c:v>
                </c:pt>
                <c:pt idx="18">
                  <c:v>7</c:v>
                </c:pt>
                <c:pt idx="19">
                  <c:v>7.2</c:v>
                </c:pt>
                <c:pt idx="20">
                  <c:v>4.9</c:v>
                </c:pt>
                <c:pt idx="21">
                  <c:v>2.6</c:v>
                </c:pt>
                <c:pt idx="22">
                  <c:v>3</c:v>
                </c:pt>
                <c:pt idx="23">
                  <c:v>3.5</c:v>
                </c:pt>
                <c:pt idx="24">
                  <c:v>3.1</c:v>
                </c:pt>
                <c:pt idx="25">
                  <c:v>3.3</c:v>
                </c:pt>
                <c:pt idx="26">
                  <c:v>3.4</c:v>
                </c:pt>
                <c:pt idx="27">
                  <c:v>4.9</c:v>
                </c:pt>
                <c:pt idx="28">
                  <c:v>3.6</c:v>
                </c:pt>
                <c:pt idx="29">
                  <c:v>3.6</c:v>
                </c:pt>
                <c:pt idx="30">
                  <c:v>3.6</c:v>
                </c:pt>
                <c:pt idx="31">
                  <c:v>3.4</c:v>
                </c:pt>
                <c:pt idx="32">
                  <c:v>3.5</c:v>
                </c:pt>
                <c:pt idx="33">
                  <c:v>3.5</c:v>
                </c:pt>
                <c:pt idx="34">
                  <c:v>3.6</c:v>
                </c:pt>
                <c:pt idx="35">
                  <c:v>3.6</c:v>
                </c:pt>
                <c:pt idx="36">
                  <c:v>3.8</c:v>
                </c:pt>
                <c:pt idx="37">
                  <c:v>3.4</c:v>
                </c:pt>
                <c:pt idx="38">
                  <c:v>3.4</c:v>
                </c:pt>
                <c:pt idx="39">
                  <c:v>3.7</c:v>
                </c:pt>
                <c:pt idx="40">
                  <c:v>3.9</c:v>
                </c:pt>
                <c:pt idx="41">
                  <c:v>3.6</c:v>
                </c:pt>
                <c:pt idx="42">
                  <c:v>3.6</c:v>
                </c:pt>
                <c:pt idx="43">
                  <c:v>3.9</c:v>
                </c:pt>
                <c:pt idx="44">
                  <c:v>3.9</c:v>
                </c:pt>
                <c:pt idx="45">
                  <c:v>3.7</c:v>
                </c:pt>
                <c:pt idx="46">
                  <c:v>3.9</c:v>
                </c:pt>
                <c:pt idx="47">
                  <c:v>3.6</c:v>
                </c:pt>
                <c:pt idx="48">
                  <c:v>2.8</c:v>
                </c:pt>
                <c:pt idx="49">
                  <c:v>1.2</c:v>
                </c:pt>
                <c:pt idx="50">
                  <c:v>1</c:v>
                </c:pt>
                <c:pt idx="51">
                  <c:v>1.1</c:v>
                </c:pt>
                <c:pt idx="52">
                  <c:v>1.2</c:v>
                </c:pt>
                <c:pt idx="53">
                  <c:v>1.2</c:v>
                </c:pt>
                <c:pt idx="54">
                  <c:v>1.2</c:v>
                </c:pt>
                <c:pt idx="55">
                  <c:v>1.2</c:v>
                </c:pt>
                <c:pt idx="56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odds, a goal model, and 10,000 simulated seasons: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team's chance of every final league position.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39311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851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2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203072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4–1 at Palace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2399081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Model fix: shrinkage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609234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600604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460108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SINCE THE OPENING WEEKEND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30%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67%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&lt;1%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SHIPPING IT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the easy part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business-as-usual, tie-breaks. Re-check each before reusing the model elsewhere.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2026-10-19T11:57:12Z</dcterms:created>
  <dcterms:modified xsi:type="dcterms:W3CDTF">2026-10-19T11:57:12Z</dcterms:modified>
</cp:coreProperties>
</file>